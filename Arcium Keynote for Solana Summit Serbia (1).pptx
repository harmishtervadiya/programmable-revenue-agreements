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d1ce6c3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d1ce6c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d1ce6c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d1ce6c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d1ce6c3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d1ce6c3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d1ce6c3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d1ce6c3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d1ce6c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d1ce6c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d1ce6c3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d1ce6c3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d1ce6c3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ad1ce6c3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d1ce6c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ad1ce6c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ad1ce6c3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ad1ce6c3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d1ce6c3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ad1ce6c3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d1ce6c3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ad1ce6c3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d1ce6c3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d1ce6c3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d1ce6c3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ad1ce6c3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d1ce6c3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ad1ce6c3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d1ce6c3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ad1ce6c3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d1ce6c3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ad1ce6c3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d1ce6c3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ad1ce6c3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d1ce6c3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d1ce6c3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1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1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1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 title="1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 title="1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 title="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 title="1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